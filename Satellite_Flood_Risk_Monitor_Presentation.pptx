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Satellite Flood Risk &amp; Relief Monitor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300">
                <a:solidFill>
                  <a:srgbClr val="CBD5E1"/>
                </a:solidFill>
              </a:defRPr>
            </a:pPr>
            <a:r>
              <a:t>Automated Sentinel-1 SAR Flood Inundation Mapping, Safe Evacuation Routing &amp; Community Relief Connector</a:t>
            </a:r>
          </a:p>
          <a:p>
            <a:pPr>
              <a:defRPr sz="1300">
                <a:solidFill>
                  <a:srgbClr val="CBD5E1"/>
                </a:solidFill>
              </a:defRPr>
            </a:pP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• Nishtha Patel (CSE #1) — Lead Satellite Data &amp; Backend Pipeline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• Mahathi (CSE #2) — Frontend Architect &amp; Safe Routing Engine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• Rudra (Mechanical) — GIS Risk Analysis &amp; Disaster Economics</a:t>
            </a:r>
          </a:p>
          <a:p>
            <a:pPr>
              <a:defRPr sz="1300">
                <a:solidFill>
                  <a:srgbClr val="CBD5E1"/>
                </a:solidFill>
              </a:defRPr>
            </a:pP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🌐 Live Demo: https://flood-risk-monitor.onrender.com/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Disaster Bottlenecks in Monsoon Flood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🌧️ Optical Satellites Fail in Monsoons: </a:t>
            </a:r>
            <a:r>
              <a:rPr b="0">
                <a:solidFill>
                  <a:srgbClr val="64748B"/>
                </a:solidFill>
              </a:rPr>
              <a:t>Sentinel-2 and Landsat cannot penetrate thick monsoon cloud cover and heavy rainfall, leaving rescue agencies blind for days.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🚗 Standard Navigation Traps Rescue Teams: </a:t>
            </a:r>
            <a:r>
              <a:rPr b="0">
                <a:solidFill>
                  <a:srgbClr val="64748B"/>
                </a:solidFill>
              </a:rPr>
              <a:t>Google Maps and Apple Maps lack real-time flood polygons, guiding ambulances and relief trucks into submerged roads and broken bridges.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⏳ 6–8 Hour Manual GIS Delays: </a:t>
            </a:r>
            <a:r>
              <a:rPr b="0">
                <a:solidFill>
                  <a:srgbClr val="64748B"/>
                </a:solidFill>
              </a:rPr>
              <a:t>Existing workflows require manual satellite downloading, orthorectification, and human polygon tracing, arriving too late for field operations.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📦 Disconnected Mutual Aid Logistics: </a:t>
            </a:r>
            <a:r>
              <a:rPr b="0">
                <a:solidFill>
                  <a:srgbClr val="64748B"/>
                </a:solidFill>
              </a:rPr>
              <a:t>Grassroots volunteers with boats and food supplies have no spatial visibility into where stranded citizens are isolated.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End-to-End Automated 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1. Ingestion &amp; SAR Science: </a:t>
            </a:r>
            <a:r>
              <a:rPr b="0">
                <a:solidFill>
                  <a:srgbClr val="64748B"/>
                </a:solidFill>
              </a:rPr>
              <a:t>Automated Copernicus CDSE poller queries Sentinel-1 C-band radar data and detects water specular attenuation (Δσ⁰ ≤ -3.5 dB).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2. Backend REST API &amp; Storage: </a:t>
            </a:r>
            <a:r>
              <a:rPr b="0">
                <a:solidFill>
                  <a:srgbClr val="64748B"/>
                </a:solidFill>
              </a:rPr>
              <a:t>Flask and Gunicorn WSGI server provides live endpoints (/api/metadata, /api/flood-extent/latest) with versioned run archives.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3. GIS Operations Portal: </a:t>
            </a:r>
            <a:r>
              <a:rPr b="0">
                <a:solidFill>
                  <a:srgbClr val="64748B"/>
                </a:solidFill>
              </a:rPr>
              <a:t>Leaflet.js web map renders flood extents (723.94 km²), high/med/low risk zones, monitored hospitals, and road networks.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4. Safe Route &amp; Relief Hub: </a:t>
            </a:r>
            <a:r>
              <a:rPr b="0">
                <a:solidFill>
                  <a:srgbClr val="64748B"/>
                </a:solidFill>
              </a:rPr>
              <a:t>Dynamic OSRM highway routing avoids active flood polygons with Turf.js spatial BBOX indexing and emergency timeout fallbacks.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SAR Radar Physics &amp; Automated Data Pipeline (Nishtha — CSE #1)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📡 All-Weather C-Band SAR (5.405 GHz): </a:t>
            </a:r>
            <a:r>
              <a:rPr b="0">
                <a:solidFill>
                  <a:srgbClr val="64748B"/>
                </a:solidFill>
              </a:rPr>
              <a:t>Microwaves penetrate clouds, rain, and darkness, operating identically 24/7.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🌊 Specular Reflection Principle: </a:t>
            </a:r>
            <a:r>
              <a:rPr b="0">
                <a:solidFill>
                  <a:srgbClr val="64748B"/>
                </a:solidFill>
              </a:rPr>
              <a:t>Flat floodwater reflects radar pulses away like a mirror, producing severe dB drops (from -10 dB down to -20 dB).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⚡ Change Detection Algorithm: </a:t>
            </a:r>
            <a:r>
              <a:rPr b="0">
                <a:solidFill>
                  <a:srgbClr val="64748B"/>
                </a:solidFill>
              </a:rPr>
              <a:t>Calculates backscatter delta Δσ⁰ = during_dB - before_dB. Thresholding (Δσ⁰ &lt; -1.0 dB) isolates new flood pixels.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⚙️ Morphological Cleaning &amp; GeoJSON Export: </a:t>
            </a:r>
            <a:r>
              <a:rPr b="0">
                <a:solidFill>
                  <a:srgbClr val="64748B"/>
                </a:solidFill>
              </a:rPr>
              <a:t>Binary opening (3x3), closing (5x5), and connected component labeling (MIN_PIXELS = 100) eliminate speckle noise before exporting WGS84 GeoJSON.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Unified GIS Operations Dashboard &amp; UI/UX (Mahathi — CSE #2)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🗺️ Dual-View Unified Portal: </a:t>
            </a:r>
            <a:r>
              <a:rPr b="0">
                <a:solidFill>
                  <a:srgbClr val="64748B"/>
                </a:solidFill>
              </a:rPr>
              <a:t>Seamless navigation switcher between field Operations Map and deep Satellite Analytics without page reloads.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🎨 High-Contrast Accessible Map Layers: </a:t>
            </a:r>
            <a:r>
              <a:rPr b="0">
                <a:solidFill>
                  <a:srgbClr val="64748B"/>
                </a:solidFill>
              </a:rPr>
              <a:t>Independent layer controls for Flood, Risk zones, Roads, and Hospitals with WCAG AA solid black (#000000) text.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🛰️ Simplified Live Telemetry: </a:t>
            </a:r>
            <a:r>
              <a:rPr b="0">
                <a:solidFill>
                  <a:srgbClr val="64748B"/>
                </a:solidFill>
              </a:rPr>
              <a:t>Human-centric status card showing Acquisition Date, ~6-12 Day Revisit Interval, and pulsing LIVE badge (technical hashes tucked in details toggle).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🔄 Flicker-Free Live Streaming: </a:t>
            </a:r>
            <a:r>
              <a:rPr b="0">
                <a:solidFill>
                  <a:srgbClr val="64748B"/>
                </a:solidFill>
              </a:rPr>
              <a:t>Auto-polls backend API every 60 seconds and updates flood polygon layers live without resetting user zoom or map center.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Hazard-Aware Safe Route Finder Engine (Mahathi — CSE #2)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🛡️ Dynamic Flood Avoidance: </a:t>
            </a:r>
            <a:r>
              <a:rPr b="0">
                <a:solidFill>
                  <a:srgbClr val="64748B"/>
                </a:solidFill>
              </a:rPr>
              <a:t>Evaluates start/destination submersion, queries OSRM driving paths, and dynamically generates 4-directional bypass detours (~5km buffer).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⚡ Spatial BBOX Indexing (4.6x Speedup): </a:t>
            </a:r>
            <a:r>
              <a:rPr b="0">
                <a:solidFill>
                  <a:srgbClr val="64748B"/>
                </a:solidFill>
              </a:rPr>
              <a:t>Pre-computes bounding boxes for 221 flood polygons. O(1) rectangle overlap test filters out 98% of polygons, cutting collision math to 1.66 ms.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⏱️ Strict 4.5s Timeout &amp; Emergency Fallback: </a:t>
            </a:r>
            <a:r>
              <a:rPr b="0">
                <a:solidFill>
                  <a:srgbClr val="64748B"/>
                </a:solidFill>
              </a:rPr>
              <a:t>AbortController aborts hanging OSRM requests and renders emergency direct evacuation vector, preventing infinite browser freezes.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💾 LRU Memory Cache: </a:t>
            </a:r>
            <a:r>
              <a:rPr b="0">
                <a:solidFill>
                  <a:srgbClr val="64748B"/>
                </a:solidFill>
              </a:rPr>
              <a:t>Caches evaluated routes by coordinate key, returning repeated queries in sub-milliseconds (&lt; 5 ms).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Community Relief Hub — Decentralized Mutual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🚨 Emergency SOS Requests: </a:t>
            </a:r>
            <a:r>
              <a:rPr b="0">
                <a:solidFill>
                  <a:srgbClr val="64748B"/>
                </a:solidFill>
              </a:rPr>
              <a:t>Allows stranded victims to request food, drinking water, medical kits, emergency shelter, or rescue boats with priority flags.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🤝 Volunteer Supply Offers: </a:t>
            </a:r>
            <a:r>
              <a:rPr b="0">
                <a:solidFill>
                  <a:srgbClr val="64748B"/>
                </a:solidFill>
              </a:rPr>
              <a:t>NGOs and citizens register available aid supplies, clean water, and inflatable dinghies with direct phone and WhatsApp contact triggers.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📍 Live Map Visualization: </a:t>
            </a:r>
            <a:r>
              <a:rPr b="0">
                <a:solidFill>
                  <a:srgbClr val="64748B"/>
                </a:solidFill>
              </a:rPr>
              <a:t>Color-coded pins (Red: SOS, Green: Supplies) appear live alongside flood polygons for instant geographic matching.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💾 Offline Local Persistence: </a:t>
            </a:r>
            <a:r>
              <a:rPr b="0">
                <a:solidFill>
                  <a:srgbClr val="64748B"/>
                </a:solidFill>
              </a:rPr>
              <a:t>Saves submissions in browser LocalStorage across sessions with quick category and urgency filters.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GIS Multi-Criteria Risk Modeling &amp; Exposure (Rudra — Mechanical)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📊 Multi-Criteria Hazard Formula (QGIS): </a:t>
            </a:r>
            <a:r>
              <a:rPr b="0">
                <a:solidFill>
                  <a:srgbClr val="64748B"/>
                </a:solidFill>
              </a:rPr>
              <a:t>Risk = 0.20*(Inundation) + 0.45*(1 / Dist_Hospital) + 0.35*(Road Severance Index).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🔴 High Risk Zone (272.15 km², 41.22%): </a:t>
            </a:r>
            <a:r>
              <a:rPr b="0">
                <a:solidFill>
                  <a:srgbClr val="64748B"/>
                </a:solidFill>
              </a:rPr>
              <a:t>Submerged terrain within 2 km of hospitals or cutting primary evacuation highways like NH-27.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🟠 Medium &amp; Low Risk (388.10 km², 58.78%): </a:t>
            </a:r>
            <a:r>
              <a:rPr b="0">
                <a:solidFill>
                  <a:srgbClr val="64748B"/>
                </a:solidFill>
              </a:rPr>
              <a:t>Flooded secondary agricultural roads (Medium) and unpopulated open floodplains (Low).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🏥 Critical Asset Monitoring: </a:t>
            </a:r>
            <a:r>
              <a:rPr b="0">
                <a:solidFill>
                  <a:srgbClr val="64748B"/>
                </a:solidFill>
              </a:rPr>
              <a:t>20+ hospitals monitored across Kamrup, Barpeta, and Goalpara districts to alert emergency teams before road access is cut 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Satellite SAR Analytics &amp; Visual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📅 Pre-Flood Baseline (29 June 2024): </a:t>
            </a:r>
            <a:r>
              <a:rPr b="0">
                <a:solidFill>
                  <a:srgbClr val="64748B"/>
                </a:solidFill>
              </a:rPr>
              <a:t>Sentinel-1 SAR base capture showing normal river channel and high diffuse backscatter across dry land.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📅 Peak Inundation Pass (11 July 2024): </a:t>
            </a:r>
            <a:r>
              <a:rPr b="0">
                <a:solidFill>
                  <a:srgbClr val="64748B"/>
                </a:solidFill>
              </a:rPr>
              <a:t>Severe specular reflection expansion and widespread radar signal loss captured through thick monsoon cloud cover.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🔍 Backscatter Delta Heatmap: </a:t>
            </a:r>
            <a:r>
              <a:rPr b="0">
                <a:solidFill>
                  <a:srgbClr val="64748B"/>
                </a:solidFill>
              </a:rPr>
              <a:t>Differential ratio isolating exact zones of sudden radar signal loss, eliminating permanent rivers and lakes.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🗺️ Classified Vector Mask (723.94 km²): </a:t>
            </a:r>
            <a:r>
              <a:rPr b="0">
                <a:solidFill>
                  <a:srgbClr val="64748B"/>
                </a:solidFill>
              </a:rPr>
              <a:t>Morphologically cleaned and polygonized flood footprint rendered in the Leaflet map layer.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Complete Technology Stack &amp;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🛰️ Satellite Data: </a:t>
            </a:r>
            <a:r>
              <a:rPr b="0">
                <a:solidFill>
                  <a:srgbClr val="64748B"/>
                </a:solidFill>
              </a:rPr>
              <a:t>Copernicus Data Space Ecosystem (CDSE), Sentinel-1 C-Band SAR (5.405 GHz), OpenStreetMap road networks.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⚙️ Processing &amp; GIS: </a:t>
            </a:r>
            <a:r>
              <a:rPr b="0">
                <a:solidFill>
                  <a:srgbClr val="64748B"/>
                </a:solidFill>
              </a:rPr>
              <a:t>Python 3.14, Rasterio, GeoPandas, Shapely, Scipy Ndimage, QGIS 3.x Spatial Buffering.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💻 Web &amp; Routing: </a:t>
            </a:r>
            <a:r>
              <a:rPr b="0">
                <a:solidFill>
                  <a:srgbClr val="64748B"/>
                </a:solidFill>
              </a:rPr>
              <a:t>Flask REST API, Gunicorn WSGI, Leaflet.js 1.9, Turf.js Spatial Math, Open Source Routing Machine (OSRM).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☁️ Cloud Hosting: </a:t>
            </a:r>
            <a:r>
              <a:rPr b="0">
                <a:solidFill>
                  <a:srgbClr val="64748B"/>
                </a:solidFill>
              </a:rPr>
              <a:t>Render Python Web Service ($PORT binding), GitHub CI/CD, 100% Open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Operational Feasibility, Scalability &amp; Disaster Economics (Rudra)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💰 Zero Software Licensing Costs: </a:t>
            </a:r>
            <a:r>
              <a:rPr b="0">
                <a:solidFill>
                  <a:srgbClr val="64748B"/>
                </a:solidFill>
              </a:rPr>
              <a:t>100% free open-access satellite data (ESA) and open routing graphs (OSM), eliminating multi-thousand dollar proprietary ArcGIS/Maxar fees.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⚡ Extreme Client-Side Scalability: </a:t>
            </a:r>
            <a:r>
              <a:rPr b="0">
                <a:solidFill>
                  <a:srgbClr val="64748B"/>
                </a:solidFill>
              </a:rPr>
              <a:t>Spatial calculations run client-side in the user's browser via Turf.js, allowing thousands of simultaneous evacuees without server overloads.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🌍 Global Portability: </a:t>
            </a:r>
            <a:r>
              <a:rPr b="0">
                <a:solidFill>
                  <a:srgbClr val="64748B"/>
                </a:solidFill>
              </a:rPr>
              <a:t>Simply adjusting bounding-box coordinates adapts the pipeline to any flood-prone river basin globally (Ganges, Mississippi, Mekong, Rhine).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☁️ Minimal Operating Cost: </a:t>
            </a:r>
            <a:r>
              <a:rPr b="0">
                <a:solidFill>
                  <a:srgbClr val="64748B"/>
                </a:solidFill>
              </a:rPr>
              <a:t>Runs comfortably on lightweight cloud servers costing less than $10/month per state disaster department.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Disaster Management Impact &amp;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t>⏱️ Rapid Decision Speed: Replaces 6–8 hours of manual GIS tracing with 30-second automated execution.</a:t>
            </a:r>
          </a:p>
          <a:p>
            <a:pPr>
              <a:defRPr sz="1400">
                <a:solidFill>
                  <a:srgbClr val="CBD5E1"/>
                </a:solidFill>
              </a:defRPr>
            </a:pP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🚑 First Responder Safety: Safe Route Finder prevents rescue teams from entering submerged road corridors.</a:t>
            </a:r>
          </a:p>
          <a:p>
            <a:pPr>
              <a:defRPr sz="1400">
                <a:solidFill>
                  <a:srgbClr val="CBD5E1"/>
                </a:solidFill>
              </a:defRPr>
            </a:pP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🤝 Community Mutual Aid: Connects stranded flood victims with volunteer boat and supply drops directly on the map.</a:t>
            </a:r>
          </a:p>
          <a:p>
            <a:pPr>
              <a:defRPr sz="1400">
                <a:solidFill>
                  <a:srgbClr val="CBD5E1"/>
                </a:solidFill>
              </a:defRPr>
            </a:pP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🌐 Live Platform: https://flood-risk-monitor.onrender.com/  |  Ready for Immediate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